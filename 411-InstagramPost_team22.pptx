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0287000" cy="10287000"/>
  <p:notesSz cx="6858000" cy="9144000"/>
  <p:embeddedFontLst>
    <p:embeddedFont>
      <p:font typeface="Etna Sans Serif" charset="1" panose="02000600000000000000"/>
      <p:regular r:id="rId11"/>
    </p:embeddedFont>
    <p:embeddedFont>
      <p:font typeface="Canva Sans Bold" charset="1" panose="020B0803030501040103"/>
      <p:regular r:id="rId12"/>
    </p:embeddedFont>
    <p:embeddedFont>
      <p:font typeface="Poppins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834" y="283221"/>
            <a:ext cx="2581735" cy="2581735"/>
          </a:xfrm>
          <a:custGeom>
            <a:avLst/>
            <a:gdLst/>
            <a:ahLst/>
            <a:cxnLst/>
            <a:rect r="r" b="b" t="t" l="l"/>
            <a:pathLst>
              <a:path h="2581735" w="2581735">
                <a:moveTo>
                  <a:pt x="0" y="0"/>
                </a:moveTo>
                <a:lnTo>
                  <a:pt x="2581736" y="0"/>
                </a:lnTo>
                <a:lnTo>
                  <a:pt x="2581736" y="2581735"/>
                </a:lnTo>
                <a:lnTo>
                  <a:pt x="0" y="258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49431" y="1346081"/>
            <a:ext cx="6988137" cy="6126924"/>
            <a:chOff x="0" y="0"/>
            <a:chExt cx="1810035" cy="15869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0035" cy="1586968"/>
            </a:xfrm>
            <a:custGeom>
              <a:avLst/>
              <a:gdLst/>
              <a:ahLst/>
              <a:cxnLst/>
              <a:rect r="r" b="b" t="t" l="l"/>
              <a:pathLst>
                <a:path h="1586968" w="1810035">
                  <a:moveTo>
                    <a:pt x="56501" y="0"/>
                  </a:moveTo>
                  <a:lnTo>
                    <a:pt x="1753534" y="0"/>
                  </a:lnTo>
                  <a:cubicBezTo>
                    <a:pt x="1768519" y="0"/>
                    <a:pt x="1782891" y="5953"/>
                    <a:pt x="1793487" y="16549"/>
                  </a:cubicBezTo>
                  <a:cubicBezTo>
                    <a:pt x="1804083" y="27145"/>
                    <a:pt x="1810035" y="41516"/>
                    <a:pt x="1810035" y="56501"/>
                  </a:cubicBezTo>
                  <a:lnTo>
                    <a:pt x="1810035" y="1530467"/>
                  </a:lnTo>
                  <a:cubicBezTo>
                    <a:pt x="1810035" y="1545452"/>
                    <a:pt x="1804083" y="1559823"/>
                    <a:pt x="1793487" y="1570419"/>
                  </a:cubicBezTo>
                  <a:cubicBezTo>
                    <a:pt x="1782891" y="1581015"/>
                    <a:pt x="1768519" y="1586968"/>
                    <a:pt x="1753534" y="1586968"/>
                  </a:cubicBezTo>
                  <a:lnTo>
                    <a:pt x="56501" y="1586968"/>
                  </a:lnTo>
                  <a:cubicBezTo>
                    <a:pt x="41516" y="1586968"/>
                    <a:pt x="27145" y="1581015"/>
                    <a:pt x="16549" y="1570419"/>
                  </a:cubicBezTo>
                  <a:cubicBezTo>
                    <a:pt x="5953" y="1559823"/>
                    <a:pt x="0" y="1545452"/>
                    <a:pt x="0" y="1530467"/>
                  </a:cubicBezTo>
                  <a:lnTo>
                    <a:pt x="0" y="56501"/>
                  </a:lnTo>
                  <a:cubicBezTo>
                    <a:pt x="0" y="41516"/>
                    <a:pt x="5953" y="27145"/>
                    <a:pt x="16549" y="16549"/>
                  </a:cubicBezTo>
                  <a:cubicBezTo>
                    <a:pt x="27145" y="5953"/>
                    <a:pt x="41516" y="0"/>
                    <a:pt x="56501" y="0"/>
                  </a:cubicBezTo>
                  <a:close/>
                </a:path>
              </a:pathLst>
            </a:custGeom>
            <a:solidFill>
              <a:srgbClr val="FFFFFF">
                <a:alpha val="8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10035" cy="1615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80038" y="1346081"/>
            <a:ext cx="6126924" cy="6126924"/>
          </a:xfrm>
          <a:custGeom>
            <a:avLst/>
            <a:gdLst/>
            <a:ahLst/>
            <a:cxnLst/>
            <a:rect r="r" b="b" t="t" l="l"/>
            <a:pathLst>
              <a:path h="6126924" w="6126924">
                <a:moveTo>
                  <a:pt x="0" y="0"/>
                </a:moveTo>
                <a:lnTo>
                  <a:pt x="6126924" y="0"/>
                </a:lnTo>
                <a:lnTo>
                  <a:pt x="6126924" y="6126925"/>
                </a:lnTo>
                <a:lnTo>
                  <a:pt x="0" y="6126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71759" y="7803220"/>
            <a:ext cx="8086541" cy="145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8"/>
              </a:lnSpc>
            </a:pPr>
            <a:r>
              <a:rPr lang="en-US" sz="4213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Culturati </a:t>
            </a:r>
          </a:p>
          <a:p>
            <a:pPr algn="ctr">
              <a:lnSpc>
                <a:spcPts val="5898"/>
              </a:lnSpc>
              <a:spcBef>
                <a:spcPct val="0"/>
              </a:spcBef>
            </a:pPr>
            <a:r>
              <a:rPr lang="en-US" sz="4213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Content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4733" y="1603862"/>
            <a:ext cx="9397533" cy="765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b="true" sz="2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Cultur</a:t>
            </a:r>
            <a:r>
              <a:rPr lang="en-US" b="true" sz="2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 project focuses on enhancing the visitor experience at cultural heritage sites through personalized content and real-time visitor flow management.</a:t>
            </a:r>
          </a:p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b="true" sz="2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Our team is responsible for developing the Content Management System (CMS), which enables administrators and content creators to manage and update educational content, routes, and interactive games with ease.</a:t>
            </a:r>
          </a:p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b="true" sz="2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CMS will include functionalities such as user account and role management, content creation, and content categorization.</a:t>
            </a:r>
          </a:p>
          <a:p>
            <a:pPr algn="ctr">
              <a:lnSpc>
                <a:spcPts val="3785"/>
              </a:lnSpc>
              <a:spcBef>
                <a:spcPct val="0"/>
              </a:spcBef>
            </a:pPr>
            <a:r>
              <a:rPr lang="en-US" b="true" sz="27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By empowering admins, Super admins, editors, Data entry operators and creators, the CMS ensures efficient content management and aligns with the overall goals of the Culturati platform.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12834" y="283221"/>
            <a:ext cx="2581735" cy="2581735"/>
          </a:xfrm>
          <a:custGeom>
            <a:avLst/>
            <a:gdLst/>
            <a:ahLst/>
            <a:cxnLst/>
            <a:rect r="r" b="b" t="t" l="l"/>
            <a:pathLst>
              <a:path h="2581735" w="2581735">
                <a:moveTo>
                  <a:pt x="0" y="0"/>
                </a:moveTo>
                <a:lnTo>
                  <a:pt x="2581736" y="0"/>
                </a:lnTo>
                <a:lnTo>
                  <a:pt x="2581736" y="2581735"/>
                </a:lnTo>
                <a:lnTo>
                  <a:pt x="0" y="258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5735" y="6122800"/>
            <a:ext cx="5116773" cy="1343153"/>
          </a:xfrm>
          <a:custGeom>
            <a:avLst/>
            <a:gdLst/>
            <a:ahLst/>
            <a:cxnLst/>
            <a:rect r="r" b="b" t="t" l="l"/>
            <a:pathLst>
              <a:path h="1343153" w="5116773">
                <a:moveTo>
                  <a:pt x="0" y="0"/>
                </a:moveTo>
                <a:lnTo>
                  <a:pt x="5116773" y="0"/>
                </a:lnTo>
                <a:lnTo>
                  <a:pt x="5116773" y="1343153"/>
                </a:lnTo>
                <a:lnTo>
                  <a:pt x="0" y="1343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690438" y="1826829"/>
            <a:ext cx="6187074" cy="4967547"/>
            <a:chOff x="0" y="0"/>
            <a:chExt cx="7467600" cy="59956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3"/>
              <a:stretch>
                <a:fillRect l="-6380" t="0" r="-638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37039" y="8586724"/>
            <a:ext cx="5116773" cy="1343153"/>
          </a:xfrm>
          <a:custGeom>
            <a:avLst/>
            <a:gdLst/>
            <a:ahLst/>
            <a:cxnLst/>
            <a:rect r="r" b="b" t="t" l="l"/>
            <a:pathLst>
              <a:path h="1343153" w="5116773">
                <a:moveTo>
                  <a:pt x="0" y="0"/>
                </a:moveTo>
                <a:lnTo>
                  <a:pt x="5116773" y="0"/>
                </a:lnTo>
                <a:lnTo>
                  <a:pt x="5116773" y="1343152"/>
                </a:lnTo>
                <a:lnTo>
                  <a:pt x="0" y="1343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64579" y="4753303"/>
            <a:ext cx="5610968" cy="4504997"/>
            <a:chOff x="0" y="0"/>
            <a:chExt cx="7467600" cy="5995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-6600" t="0" r="-660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12834" y="283221"/>
            <a:ext cx="2581735" cy="2581735"/>
          </a:xfrm>
          <a:custGeom>
            <a:avLst/>
            <a:gdLst/>
            <a:ahLst/>
            <a:cxnLst/>
            <a:rect r="r" b="b" t="t" l="l"/>
            <a:pathLst>
              <a:path h="2581735" w="2581735">
                <a:moveTo>
                  <a:pt x="0" y="0"/>
                </a:moveTo>
                <a:lnTo>
                  <a:pt x="2581736" y="0"/>
                </a:lnTo>
                <a:lnTo>
                  <a:pt x="2581736" y="2581735"/>
                </a:lnTo>
                <a:lnTo>
                  <a:pt x="0" y="2581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405" y="7430271"/>
            <a:ext cx="4452651" cy="1168821"/>
          </a:xfrm>
          <a:custGeom>
            <a:avLst/>
            <a:gdLst/>
            <a:ahLst/>
            <a:cxnLst/>
            <a:rect r="r" b="b" t="t" l="l"/>
            <a:pathLst>
              <a:path h="1168821" w="4452651">
                <a:moveTo>
                  <a:pt x="0" y="0"/>
                </a:moveTo>
                <a:lnTo>
                  <a:pt x="4452651" y="0"/>
                </a:lnTo>
                <a:lnTo>
                  <a:pt x="4452651" y="1168821"/>
                </a:lnTo>
                <a:lnTo>
                  <a:pt x="0" y="1168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28700" y="2272318"/>
            <a:ext cx="2902130" cy="5742363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57" r="0" b="-35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331372" y="7430271"/>
            <a:ext cx="4452651" cy="1168821"/>
          </a:xfrm>
          <a:custGeom>
            <a:avLst/>
            <a:gdLst/>
            <a:ahLst/>
            <a:cxnLst/>
            <a:rect r="r" b="b" t="t" l="l"/>
            <a:pathLst>
              <a:path h="1168821" w="4452651">
                <a:moveTo>
                  <a:pt x="0" y="0"/>
                </a:moveTo>
                <a:lnTo>
                  <a:pt x="4452652" y="0"/>
                </a:lnTo>
                <a:lnTo>
                  <a:pt x="4452652" y="1168821"/>
                </a:lnTo>
                <a:lnTo>
                  <a:pt x="0" y="1168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356170" y="2272318"/>
            <a:ext cx="2902130" cy="574236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8" r="0" b="-158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12834" y="283221"/>
            <a:ext cx="2581735" cy="2581735"/>
          </a:xfrm>
          <a:custGeom>
            <a:avLst/>
            <a:gdLst/>
            <a:ahLst/>
            <a:cxnLst/>
            <a:rect r="r" b="b" t="t" l="l"/>
            <a:pathLst>
              <a:path h="2581735" w="2581735">
                <a:moveTo>
                  <a:pt x="0" y="0"/>
                </a:moveTo>
                <a:lnTo>
                  <a:pt x="2581736" y="0"/>
                </a:lnTo>
                <a:lnTo>
                  <a:pt x="2581736" y="2581735"/>
                </a:lnTo>
                <a:lnTo>
                  <a:pt x="0" y="2581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834" y="283221"/>
            <a:ext cx="2581735" cy="2581735"/>
          </a:xfrm>
          <a:custGeom>
            <a:avLst/>
            <a:gdLst/>
            <a:ahLst/>
            <a:cxnLst/>
            <a:rect r="r" b="b" t="t" l="l"/>
            <a:pathLst>
              <a:path h="2581735" w="2581735">
                <a:moveTo>
                  <a:pt x="0" y="0"/>
                </a:moveTo>
                <a:lnTo>
                  <a:pt x="2581736" y="0"/>
                </a:lnTo>
                <a:lnTo>
                  <a:pt x="2581736" y="2581735"/>
                </a:lnTo>
                <a:lnTo>
                  <a:pt x="0" y="258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0193" y="1455207"/>
            <a:ext cx="8228107" cy="92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4"/>
              </a:lnSpc>
            </a:pPr>
            <a:r>
              <a:rPr lang="en-US" sz="548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Developers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0193" y="2675736"/>
            <a:ext cx="8228107" cy="6060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Ayesha Nizam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Göktuğ Şenkoyun 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alal Salman Zafeer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Tarık Ebubekir Koca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Enes Memigüven</a:t>
            </a:r>
          </a:p>
          <a:p>
            <a:pPr algn="ctr">
              <a:lnSpc>
                <a:spcPts val="4039"/>
              </a:lnSpc>
            </a:pPr>
          </a:p>
          <a:p>
            <a:pPr algn="ctr">
              <a:lnSpc>
                <a:spcPts val="4039"/>
              </a:lnSpc>
            </a:pPr>
            <a:r>
              <a:rPr lang="en-US" sz="28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Advisor: Neşe Şahin Özçelik</a:t>
            </a:r>
          </a:p>
          <a:p>
            <a:pPr algn="ctr">
              <a:lnSpc>
                <a:spcPts val="403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DAGlqXrYKBQ</dc:identifier>
  <dcterms:modified xsi:type="dcterms:W3CDTF">2011-08-01T06:04:30Z</dcterms:modified>
  <cp:revision>1</cp:revision>
  <dc:title>5ec5f1</dc:title>
</cp:coreProperties>
</file>